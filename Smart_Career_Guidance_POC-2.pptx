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Career Guidance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Proof of Concept (POC)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 students choose the right career path</a:t>
            </a:r>
          </a:p>
          <a:p>
            <a:r>
              <a:t>• Analyze skills, interests, and academics</a:t>
            </a:r>
          </a:p>
          <a:p>
            <a:r>
              <a:t>• Provide AI-based career suggestions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proper career guidance</a:t>
            </a:r>
          </a:p>
          <a:p>
            <a:r>
              <a:t>• Students are confused about careers</a:t>
            </a:r>
          </a:p>
          <a:p>
            <a:r>
              <a:t>• Too much unstructured information online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analyzes student profile</a:t>
            </a:r>
          </a:p>
          <a:p>
            <a:r>
              <a:t>• Personalized career recommendations</a:t>
            </a:r>
          </a:p>
          <a:p>
            <a:r>
              <a:t>• Aptitude and skill assessment tests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Registration</a:t>
            </a:r>
          </a:p>
          <a:p>
            <a:r>
              <a:t>• Aptitude Test</a:t>
            </a:r>
          </a:p>
          <a:p>
            <a:r>
              <a:t>• AI Recommendation</a:t>
            </a:r>
          </a:p>
          <a:p>
            <a:r>
              <a:t>• Career Roadmap</a:t>
            </a:r>
          </a:p>
          <a:p>
            <a:r>
              <a:t>• Course Suggestions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Login → Aptitude Test → AI Analysis → Career Recommendation → Roadmap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AI-Based Career Suggestions</a:t>
            </a:r>
          </a:p>
          <a:p>
            <a:r>
              <a:t>• Skill Tests</a:t>
            </a:r>
          </a:p>
          <a:p>
            <a:r>
              <a:t>• Career Roadmap</a:t>
            </a:r>
          </a:p>
          <a:p>
            <a:r>
              <a:t>• Mentor Support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</a:t>
            </a:r>
          </a:p>
          <a:p>
            <a:r>
              <a:t>• Machine Learning</a:t>
            </a:r>
          </a:p>
          <a:p>
            <a:r>
              <a:t>• Android Studio</a:t>
            </a:r>
          </a:p>
          <a:p>
            <a:r>
              <a:t>• Firebase / MySQL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confusion</a:t>
            </a:r>
          </a:p>
          <a:p>
            <a:r>
              <a:t>• Saves time</a:t>
            </a:r>
          </a:p>
          <a:p>
            <a:r>
              <a:t>• Improves future planning</a:t>
            </a:r>
          </a:p>
          <a:p>
            <a:r>
              <a:t>• Increases career awareness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Smart Career Guidance App helps students make better and smarter career decisions using AI.</a:t>
            </a:r>
          </a:p>
        </p:txBody>
      </p:sp>
      <p:pic>
        <p:nvPicPr>
          <p:cNvPr id="4" name="Picture 3" descr="career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